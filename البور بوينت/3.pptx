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endParaRPr lang="ar-S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1588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fld id="{3A8162B3-8E84-48CE-9133-5D36DF80109B}" type="datetimeFigureOut">
              <a:rPr lang="ar-SA" smtClean="0"/>
              <a:t>20/02/1444</a:t>
            </a:fld>
            <a:endParaRPr lang="ar-S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endParaRPr lang="ar-S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1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r-S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388620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endParaRPr lang="ar-S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588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fld id="{8F226B64-10E3-42EA-8EF7-B4FC73E574C7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4207410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own Arrow 5"/>
          <p:cNvSpPr/>
          <p:nvPr/>
        </p:nvSpPr>
        <p:spPr>
          <a:xfrm>
            <a:off x="1371600" y="762000"/>
            <a:ext cx="4419600" cy="51054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/>
          </a:p>
        </p:txBody>
      </p:sp>
      <p:sp>
        <p:nvSpPr>
          <p:cNvPr id="2" name="Rounded Rectangle 1"/>
          <p:cNvSpPr/>
          <p:nvPr/>
        </p:nvSpPr>
        <p:spPr>
          <a:xfrm>
            <a:off x="4114800" y="1905000"/>
            <a:ext cx="2133600" cy="42672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/>
          </a:p>
        </p:txBody>
      </p:sp>
      <p:cxnSp>
        <p:nvCxnSpPr>
          <p:cNvPr id="4" name="Straight Arrow Connector 3"/>
          <p:cNvCxnSpPr/>
          <p:nvPr/>
        </p:nvCxnSpPr>
        <p:spPr>
          <a:xfrm>
            <a:off x="3048000" y="2514600"/>
            <a:ext cx="4419600" cy="5334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Left Brace 4"/>
          <p:cNvSpPr/>
          <p:nvPr/>
        </p:nvSpPr>
        <p:spPr>
          <a:xfrm>
            <a:off x="3048000" y="533400"/>
            <a:ext cx="4191000" cy="3505200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1" anchor="ctr"/>
          <a:lstStyle/>
          <a:p>
            <a:pPr algn="ctr"/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5110191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sosceles Triangle 1"/>
          <p:cNvSpPr/>
          <p:nvPr/>
        </p:nvSpPr>
        <p:spPr>
          <a:xfrm>
            <a:off x="3657600" y="228600"/>
            <a:ext cx="1524000" cy="388620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/>
          </a:p>
        </p:txBody>
      </p:sp>
      <p:sp>
        <p:nvSpPr>
          <p:cNvPr id="4" name="Rounded Rectangle 3"/>
          <p:cNvSpPr/>
          <p:nvPr/>
        </p:nvSpPr>
        <p:spPr>
          <a:xfrm flipH="1">
            <a:off x="5630594" y="1524000"/>
            <a:ext cx="1371600" cy="38862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/>
          </a:p>
        </p:txBody>
      </p:sp>
      <p:sp>
        <p:nvSpPr>
          <p:cNvPr id="5" name="Right Brace 4"/>
          <p:cNvSpPr/>
          <p:nvPr/>
        </p:nvSpPr>
        <p:spPr>
          <a:xfrm>
            <a:off x="990600" y="2438400"/>
            <a:ext cx="8305800" cy="281940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1" anchor="ctr"/>
          <a:lstStyle/>
          <a:p>
            <a:pPr algn="ctr"/>
            <a:endParaRPr lang="ar-SA"/>
          </a:p>
        </p:txBody>
      </p:sp>
      <p:sp>
        <p:nvSpPr>
          <p:cNvPr id="6" name="Freeform 5"/>
          <p:cNvSpPr/>
          <p:nvPr/>
        </p:nvSpPr>
        <p:spPr>
          <a:xfrm>
            <a:off x="731520" y="56271"/>
            <a:ext cx="4614220" cy="6893169"/>
          </a:xfrm>
          <a:custGeom>
            <a:avLst/>
            <a:gdLst>
              <a:gd name="connsiteX0" fmla="*/ 393895 w 4614220"/>
              <a:gd name="connsiteY0" fmla="*/ 886264 h 6893169"/>
              <a:gd name="connsiteX1" fmla="*/ 393895 w 4614220"/>
              <a:gd name="connsiteY1" fmla="*/ 886264 h 6893169"/>
              <a:gd name="connsiteX2" fmla="*/ 689317 w 4614220"/>
              <a:gd name="connsiteY2" fmla="*/ 1097280 h 6893169"/>
              <a:gd name="connsiteX3" fmla="*/ 829994 w 4614220"/>
              <a:gd name="connsiteY3" fmla="*/ 1195754 h 6893169"/>
              <a:gd name="connsiteX4" fmla="*/ 1026942 w 4614220"/>
              <a:gd name="connsiteY4" fmla="*/ 1336431 h 6893169"/>
              <a:gd name="connsiteX5" fmla="*/ 1420837 w 4614220"/>
              <a:gd name="connsiteY5" fmla="*/ 1702191 h 6893169"/>
              <a:gd name="connsiteX6" fmla="*/ 1688123 w 4614220"/>
              <a:gd name="connsiteY6" fmla="*/ 1899138 h 6893169"/>
              <a:gd name="connsiteX7" fmla="*/ 1969477 w 4614220"/>
              <a:gd name="connsiteY7" fmla="*/ 2250831 h 6893169"/>
              <a:gd name="connsiteX8" fmla="*/ 2700997 w 4614220"/>
              <a:gd name="connsiteY8" fmla="*/ 2954215 h 6893169"/>
              <a:gd name="connsiteX9" fmla="*/ 3066757 w 4614220"/>
              <a:gd name="connsiteY9" fmla="*/ 3404381 h 6893169"/>
              <a:gd name="connsiteX10" fmla="*/ 3305908 w 4614220"/>
              <a:gd name="connsiteY10" fmla="*/ 3671667 h 6893169"/>
              <a:gd name="connsiteX11" fmla="*/ 3488788 w 4614220"/>
              <a:gd name="connsiteY11" fmla="*/ 3896751 h 6893169"/>
              <a:gd name="connsiteX12" fmla="*/ 3559126 w 4614220"/>
              <a:gd name="connsiteY12" fmla="*/ 4248443 h 6893169"/>
              <a:gd name="connsiteX13" fmla="*/ 3629465 w 4614220"/>
              <a:gd name="connsiteY13" fmla="*/ 4375052 h 6893169"/>
              <a:gd name="connsiteX14" fmla="*/ 3671668 w 4614220"/>
              <a:gd name="connsiteY14" fmla="*/ 4459458 h 6893169"/>
              <a:gd name="connsiteX15" fmla="*/ 3770142 w 4614220"/>
              <a:gd name="connsiteY15" fmla="*/ 4726744 h 6893169"/>
              <a:gd name="connsiteX16" fmla="*/ 3812345 w 4614220"/>
              <a:gd name="connsiteY16" fmla="*/ 4867421 h 6893169"/>
              <a:gd name="connsiteX17" fmla="*/ 3896751 w 4614220"/>
              <a:gd name="connsiteY17" fmla="*/ 5162843 h 6893169"/>
              <a:gd name="connsiteX18" fmla="*/ 3798277 w 4614220"/>
              <a:gd name="connsiteY18" fmla="*/ 5317587 h 6893169"/>
              <a:gd name="connsiteX19" fmla="*/ 3713871 w 4614220"/>
              <a:gd name="connsiteY19" fmla="*/ 5359791 h 6893169"/>
              <a:gd name="connsiteX20" fmla="*/ 3587262 w 4614220"/>
              <a:gd name="connsiteY20" fmla="*/ 5458264 h 6893169"/>
              <a:gd name="connsiteX21" fmla="*/ 3348111 w 4614220"/>
              <a:gd name="connsiteY21" fmla="*/ 5570806 h 6893169"/>
              <a:gd name="connsiteX22" fmla="*/ 3179298 w 4614220"/>
              <a:gd name="connsiteY22" fmla="*/ 5669280 h 6893169"/>
              <a:gd name="connsiteX23" fmla="*/ 3066757 w 4614220"/>
              <a:gd name="connsiteY23" fmla="*/ 5683347 h 6893169"/>
              <a:gd name="connsiteX24" fmla="*/ 2940148 w 4614220"/>
              <a:gd name="connsiteY24" fmla="*/ 5697415 h 6893169"/>
              <a:gd name="connsiteX25" fmla="*/ 2785403 w 4614220"/>
              <a:gd name="connsiteY25" fmla="*/ 5767754 h 6893169"/>
              <a:gd name="connsiteX26" fmla="*/ 2532185 w 4614220"/>
              <a:gd name="connsiteY26" fmla="*/ 5753686 h 6893169"/>
              <a:gd name="connsiteX27" fmla="*/ 2152357 w 4614220"/>
              <a:gd name="connsiteY27" fmla="*/ 5655212 h 6893169"/>
              <a:gd name="connsiteX28" fmla="*/ 2053883 w 4614220"/>
              <a:gd name="connsiteY28" fmla="*/ 5570806 h 6893169"/>
              <a:gd name="connsiteX29" fmla="*/ 1913206 w 4614220"/>
              <a:gd name="connsiteY29" fmla="*/ 5373858 h 6893169"/>
              <a:gd name="connsiteX30" fmla="*/ 1702191 w 4614220"/>
              <a:gd name="connsiteY30" fmla="*/ 4937760 h 6893169"/>
              <a:gd name="connsiteX31" fmla="*/ 1603717 w 4614220"/>
              <a:gd name="connsiteY31" fmla="*/ 4543864 h 6893169"/>
              <a:gd name="connsiteX32" fmla="*/ 1561514 w 4614220"/>
              <a:gd name="connsiteY32" fmla="*/ 4290646 h 6893169"/>
              <a:gd name="connsiteX33" fmla="*/ 1547446 w 4614220"/>
              <a:gd name="connsiteY33" fmla="*/ 4051495 h 6893169"/>
              <a:gd name="connsiteX34" fmla="*/ 1519311 w 4614220"/>
              <a:gd name="connsiteY34" fmla="*/ 3643532 h 6893169"/>
              <a:gd name="connsiteX35" fmla="*/ 1505243 w 4614220"/>
              <a:gd name="connsiteY35" fmla="*/ 3151163 h 6893169"/>
              <a:gd name="connsiteX36" fmla="*/ 1491175 w 4614220"/>
              <a:gd name="connsiteY36" fmla="*/ 3038621 h 6893169"/>
              <a:gd name="connsiteX37" fmla="*/ 1477108 w 4614220"/>
              <a:gd name="connsiteY37" fmla="*/ 2827606 h 6893169"/>
              <a:gd name="connsiteX38" fmla="*/ 1519311 w 4614220"/>
              <a:gd name="connsiteY38" fmla="*/ 1983544 h 6893169"/>
              <a:gd name="connsiteX39" fmla="*/ 1758462 w 4614220"/>
              <a:gd name="connsiteY39" fmla="*/ 1364566 h 6893169"/>
              <a:gd name="connsiteX40" fmla="*/ 2039815 w 4614220"/>
              <a:gd name="connsiteY40" fmla="*/ 872197 h 6893169"/>
              <a:gd name="connsiteX41" fmla="*/ 2602523 w 4614220"/>
              <a:gd name="connsiteY41" fmla="*/ 225083 h 6893169"/>
              <a:gd name="connsiteX42" fmla="*/ 3193366 w 4614220"/>
              <a:gd name="connsiteY42" fmla="*/ 0 h 6893169"/>
              <a:gd name="connsiteX43" fmla="*/ 3545058 w 4614220"/>
              <a:gd name="connsiteY43" fmla="*/ 140677 h 6893169"/>
              <a:gd name="connsiteX44" fmla="*/ 3713871 w 4614220"/>
              <a:gd name="connsiteY44" fmla="*/ 196947 h 6893169"/>
              <a:gd name="connsiteX45" fmla="*/ 4051495 w 4614220"/>
              <a:gd name="connsiteY45" fmla="*/ 576775 h 6893169"/>
              <a:gd name="connsiteX46" fmla="*/ 4234375 w 4614220"/>
              <a:gd name="connsiteY46" fmla="*/ 872197 h 6893169"/>
              <a:gd name="connsiteX47" fmla="*/ 4501662 w 4614220"/>
              <a:gd name="connsiteY47" fmla="*/ 1617784 h 6893169"/>
              <a:gd name="connsiteX48" fmla="*/ 4543865 w 4614220"/>
              <a:gd name="connsiteY48" fmla="*/ 2011680 h 6893169"/>
              <a:gd name="connsiteX49" fmla="*/ 4614203 w 4614220"/>
              <a:gd name="connsiteY49" fmla="*/ 2419643 h 6893169"/>
              <a:gd name="connsiteX50" fmla="*/ 4529797 w 4614220"/>
              <a:gd name="connsiteY50" fmla="*/ 3756074 h 6893169"/>
              <a:gd name="connsiteX51" fmla="*/ 4121834 w 4614220"/>
              <a:gd name="connsiteY51" fmla="*/ 4557932 h 6893169"/>
              <a:gd name="connsiteX52" fmla="*/ 3207434 w 4614220"/>
              <a:gd name="connsiteY52" fmla="*/ 5838092 h 6893169"/>
              <a:gd name="connsiteX53" fmla="*/ 2124222 w 4614220"/>
              <a:gd name="connsiteY53" fmla="*/ 6597747 h 6893169"/>
              <a:gd name="connsiteX54" fmla="*/ 1955409 w 4614220"/>
              <a:gd name="connsiteY54" fmla="*/ 6611815 h 6893169"/>
              <a:gd name="connsiteX55" fmla="*/ 1645920 w 4614220"/>
              <a:gd name="connsiteY55" fmla="*/ 6597747 h 6893169"/>
              <a:gd name="connsiteX56" fmla="*/ 1139483 w 4614220"/>
              <a:gd name="connsiteY56" fmla="*/ 5866227 h 6893169"/>
              <a:gd name="connsiteX57" fmla="*/ 970671 w 4614220"/>
              <a:gd name="connsiteY57" fmla="*/ 5401994 h 6893169"/>
              <a:gd name="connsiteX58" fmla="*/ 731520 w 4614220"/>
              <a:gd name="connsiteY58" fmla="*/ 4234375 h 6893169"/>
              <a:gd name="connsiteX59" fmla="*/ 773723 w 4614220"/>
              <a:gd name="connsiteY59" fmla="*/ 2461846 h 6893169"/>
              <a:gd name="connsiteX60" fmla="*/ 942535 w 4614220"/>
              <a:gd name="connsiteY60" fmla="*/ 1997612 h 6893169"/>
              <a:gd name="connsiteX61" fmla="*/ 1463040 w 4614220"/>
              <a:gd name="connsiteY61" fmla="*/ 1322363 h 6893169"/>
              <a:gd name="connsiteX62" fmla="*/ 2039815 w 4614220"/>
              <a:gd name="connsiteY62" fmla="*/ 1153551 h 6893169"/>
              <a:gd name="connsiteX63" fmla="*/ 2616591 w 4614220"/>
              <a:gd name="connsiteY63" fmla="*/ 1322363 h 6893169"/>
              <a:gd name="connsiteX64" fmla="*/ 2855742 w 4614220"/>
              <a:gd name="connsiteY64" fmla="*/ 1603717 h 6893169"/>
              <a:gd name="connsiteX65" fmla="*/ 3221502 w 4614220"/>
              <a:gd name="connsiteY65" fmla="*/ 2405575 h 6893169"/>
              <a:gd name="connsiteX66" fmla="*/ 3066757 w 4614220"/>
              <a:gd name="connsiteY66" fmla="*/ 4121834 h 6893169"/>
              <a:gd name="connsiteX67" fmla="*/ 2785403 w 4614220"/>
              <a:gd name="connsiteY67" fmla="*/ 4825218 h 6893169"/>
              <a:gd name="connsiteX68" fmla="*/ 2560320 w 4614220"/>
              <a:gd name="connsiteY68" fmla="*/ 5627077 h 6893169"/>
              <a:gd name="connsiteX69" fmla="*/ 1744394 w 4614220"/>
              <a:gd name="connsiteY69" fmla="*/ 6780627 h 6893169"/>
              <a:gd name="connsiteX70" fmla="*/ 1561514 w 4614220"/>
              <a:gd name="connsiteY70" fmla="*/ 6879101 h 6893169"/>
              <a:gd name="connsiteX71" fmla="*/ 1406769 w 4614220"/>
              <a:gd name="connsiteY71" fmla="*/ 6893169 h 6893169"/>
              <a:gd name="connsiteX72" fmla="*/ 1012874 w 4614220"/>
              <a:gd name="connsiteY72" fmla="*/ 6836898 h 6893169"/>
              <a:gd name="connsiteX73" fmla="*/ 576775 w 4614220"/>
              <a:gd name="connsiteY73" fmla="*/ 5992837 h 6893169"/>
              <a:gd name="connsiteX74" fmla="*/ 211015 w 4614220"/>
              <a:gd name="connsiteY74" fmla="*/ 4951827 h 6893169"/>
              <a:gd name="connsiteX75" fmla="*/ 112542 w 4614220"/>
              <a:gd name="connsiteY75" fmla="*/ 4403187 h 6893169"/>
              <a:gd name="connsiteX76" fmla="*/ 0 w 4614220"/>
              <a:gd name="connsiteY76" fmla="*/ 3938954 h 6893169"/>
              <a:gd name="connsiteX77" fmla="*/ 267286 w 4614220"/>
              <a:gd name="connsiteY77" fmla="*/ 2321169 h 6893169"/>
              <a:gd name="connsiteX78" fmla="*/ 520505 w 4614220"/>
              <a:gd name="connsiteY78" fmla="*/ 2011680 h 6893169"/>
              <a:gd name="connsiteX79" fmla="*/ 970671 w 4614220"/>
              <a:gd name="connsiteY79" fmla="*/ 1856935 h 6893169"/>
              <a:gd name="connsiteX80" fmla="*/ 1631852 w 4614220"/>
              <a:gd name="connsiteY80" fmla="*/ 1955409 h 6893169"/>
              <a:gd name="connsiteX81" fmla="*/ 2011680 w 4614220"/>
              <a:gd name="connsiteY81" fmla="*/ 2222695 h 6893169"/>
              <a:gd name="connsiteX82" fmla="*/ 2616591 w 4614220"/>
              <a:gd name="connsiteY82" fmla="*/ 2729132 h 6893169"/>
              <a:gd name="connsiteX83" fmla="*/ 3066757 w 4614220"/>
              <a:gd name="connsiteY83" fmla="*/ 3910818 h 6893169"/>
              <a:gd name="connsiteX84" fmla="*/ 3108960 w 4614220"/>
              <a:gd name="connsiteY84" fmla="*/ 4304714 h 6893169"/>
              <a:gd name="connsiteX85" fmla="*/ 3052689 w 4614220"/>
              <a:gd name="connsiteY85" fmla="*/ 4642338 h 6893169"/>
              <a:gd name="connsiteX86" fmla="*/ 2940148 w 4614220"/>
              <a:gd name="connsiteY86" fmla="*/ 4853354 h 6893169"/>
              <a:gd name="connsiteX87" fmla="*/ 2644726 w 4614220"/>
              <a:gd name="connsiteY87" fmla="*/ 5275384 h 6893169"/>
              <a:gd name="connsiteX88" fmla="*/ 2138289 w 4614220"/>
              <a:gd name="connsiteY88" fmla="*/ 5472332 h 6893169"/>
              <a:gd name="connsiteX89" fmla="*/ 1871003 w 4614220"/>
              <a:gd name="connsiteY89" fmla="*/ 5430129 h 6893169"/>
              <a:gd name="connsiteX90" fmla="*/ 1491175 w 4614220"/>
              <a:gd name="connsiteY90" fmla="*/ 5022166 h 6893169"/>
              <a:gd name="connsiteX91" fmla="*/ 998806 w 4614220"/>
              <a:gd name="connsiteY91" fmla="*/ 4121834 h 6893169"/>
              <a:gd name="connsiteX92" fmla="*/ 844062 w 4614220"/>
              <a:gd name="connsiteY92" fmla="*/ 3587261 h 6893169"/>
              <a:gd name="connsiteX93" fmla="*/ 703385 w 4614220"/>
              <a:gd name="connsiteY93" fmla="*/ 3235569 h 6893169"/>
              <a:gd name="connsiteX94" fmla="*/ 562708 w 4614220"/>
              <a:gd name="connsiteY94" fmla="*/ 2771335 h 6893169"/>
              <a:gd name="connsiteX95" fmla="*/ 534572 w 4614220"/>
              <a:gd name="connsiteY95" fmla="*/ 1983544 h 6893169"/>
              <a:gd name="connsiteX96" fmla="*/ 590843 w 4614220"/>
              <a:gd name="connsiteY96" fmla="*/ 1828800 h 6893169"/>
              <a:gd name="connsiteX97" fmla="*/ 661182 w 4614220"/>
              <a:gd name="connsiteY97" fmla="*/ 1730326 h 6893169"/>
              <a:gd name="connsiteX98" fmla="*/ 703385 w 4614220"/>
              <a:gd name="connsiteY98" fmla="*/ 1702191 h 6893169"/>
              <a:gd name="connsiteX99" fmla="*/ 689317 w 4614220"/>
              <a:gd name="connsiteY99" fmla="*/ 1659987 h 6893169"/>
              <a:gd name="connsiteX100" fmla="*/ 647114 w 4614220"/>
              <a:gd name="connsiteY100" fmla="*/ 1505243 h 6893169"/>
              <a:gd name="connsiteX101" fmla="*/ 604911 w 4614220"/>
              <a:gd name="connsiteY101" fmla="*/ 1420837 h 6893169"/>
              <a:gd name="connsiteX102" fmla="*/ 576775 w 4614220"/>
              <a:gd name="connsiteY102" fmla="*/ 1322363 h 6893169"/>
              <a:gd name="connsiteX103" fmla="*/ 548640 w 4614220"/>
              <a:gd name="connsiteY103" fmla="*/ 1195754 h 6893169"/>
              <a:gd name="connsiteX104" fmla="*/ 520505 w 4614220"/>
              <a:gd name="connsiteY104" fmla="*/ 1153551 h 6893169"/>
              <a:gd name="connsiteX105" fmla="*/ 661182 w 4614220"/>
              <a:gd name="connsiteY105" fmla="*/ 942535 h 6893169"/>
              <a:gd name="connsiteX106" fmla="*/ 295422 w 4614220"/>
              <a:gd name="connsiteY106" fmla="*/ 1209821 h 6893169"/>
              <a:gd name="connsiteX107" fmla="*/ 393895 w 4614220"/>
              <a:gd name="connsiteY107" fmla="*/ 886264 h 68931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</a:cxnLst>
            <a:rect l="l" t="t" r="r" b="b"/>
            <a:pathLst>
              <a:path w="4614220" h="6893169">
                <a:moveTo>
                  <a:pt x="393895" y="886264"/>
                </a:moveTo>
                <a:lnTo>
                  <a:pt x="393895" y="886264"/>
                </a:lnTo>
                <a:lnTo>
                  <a:pt x="689317" y="1097280"/>
                </a:lnTo>
                <a:lnTo>
                  <a:pt x="829994" y="1195754"/>
                </a:lnTo>
                <a:cubicBezTo>
                  <a:pt x="895828" y="1242387"/>
                  <a:pt x="969895" y="1279384"/>
                  <a:pt x="1026942" y="1336431"/>
                </a:cubicBezTo>
                <a:cubicBezTo>
                  <a:pt x="1174094" y="1483583"/>
                  <a:pt x="1243015" y="1558011"/>
                  <a:pt x="1420837" y="1702191"/>
                </a:cubicBezTo>
                <a:cubicBezTo>
                  <a:pt x="1506800" y="1771891"/>
                  <a:pt x="1609868" y="1820883"/>
                  <a:pt x="1688123" y="1899138"/>
                </a:cubicBezTo>
                <a:cubicBezTo>
                  <a:pt x="1794280" y="2005295"/>
                  <a:pt x="1868945" y="2139332"/>
                  <a:pt x="1969477" y="2250831"/>
                </a:cubicBezTo>
                <a:cubicBezTo>
                  <a:pt x="2890905" y="3272778"/>
                  <a:pt x="2123482" y="2413959"/>
                  <a:pt x="2700997" y="2954215"/>
                </a:cubicBezTo>
                <a:cubicBezTo>
                  <a:pt x="2913666" y="3153163"/>
                  <a:pt x="2894036" y="3171208"/>
                  <a:pt x="3066757" y="3404381"/>
                </a:cubicBezTo>
                <a:cubicBezTo>
                  <a:pt x="3581143" y="4098802"/>
                  <a:pt x="2774503" y="2998557"/>
                  <a:pt x="3305908" y="3671667"/>
                </a:cubicBezTo>
                <a:cubicBezTo>
                  <a:pt x="3516731" y="3938709"/>
                  <a:pt x="3266437" y="3706163"/>
                  <a:pt x="3488788" y="3896751"/>
                </a:cubicBezTo>
                <a:cubicBezTo>
                  <a:pt x="3512234" y="4013982"/>
                  <a:pt x="3525392" y="4133749"/>
                  <a:pt x="3559126" y="4248443"/>
                </a:cubicBezTo>
                <a:cubicBezTo>
                  <a:pt x="3572749" y="4294760"/>
                  <a:pt x="3606746" y="4332453"/>
                  <a:pt x="3629465" y="4375052"/>
                </a:cubicBezTo>
                <a:cubicBezTo>
                  <a:pt x="3644268" y="4402807"/>
                  <a:pt x="3658486" y="4430897"/>
                  <a:pt x="3671668" y="4459458"/>
                </a:cubicBezTo>
                <a:cubicBezTo>
                  <a:pt x="3720088" y="4564367"/>
                  <a:pt x="3731060" y="4603915"/>
                  <a:pt x="3770142" y="4726744"/>
                </a:cubicBezTo>
                <a:cubicBezTo>
                  <a:pt x="3784986" y="4773396"/>
                  <a:pt x="3800858" y="4819831"/>
                  <a:pt x="3812345" y="4867421"/>
                </a:cubicBezTo>
                <a:cubicBezTo>
                  <a:pt x="3882746" y="5159085"/>
                  <a:pt x="3802574" y="5068666"/>
                  <a:pt x="3896751" y="5162843"/>
                </a:cubicBezTo>
                <a:cubicBezTo>
                  <a:pt x="3868554" y="5233333"/>
                  <a:pt x="3865141" y="5262879"/>
                  <a:pt x="3798277" y="5317587"/>
                </a:cubicBezTo>
                <a:cubicBezTo>
                  <a:pt x="3773931" y="5337507"/>
                  <a:pt x="3740044" y="5342342"/>
                  <a:pt x="3713871" y="5359791"/>
                </a:cubicBezTo>
                <a:cubicBezTo>
                  <a:pt x="3669385" y="5389448"/>
                  <a:pt x="3631748" y="5428607"/>
                  <a:pt x="3587262" y="5458264"/>
                </a:cubicBezTo>
                <a:cubicBezTo>
                  <a:pt x="3390816" y="5589228"/>
                  <a:pt x="3534747" y="5477488"/>
                  <a:pt x="3348111" y="5570806"/>
                </a:cubicBezTo>
                <a:cubicBezTo>
                  <a:pt x="3289843" y="5599940"/>
                  <a:pt x="3239784" y="5645086"/>
                  <a:pt x="3179298" y="5669280"/>
                </a:cubicBezTo>
                <a:cubicBezTo>
                  <a:pt x="3144196" y="5683321"/>
                  <a:pt x="3104304" y="5678930"/>
                  <a:pt x="3066757" y="5683347"/>
                </a:cubicBezTo>
                <a:lnTo>
                  <a:pt x="2940148" y="5697415"/>
                </a:lnTo>
                <a:cubicBezTo>
                  <a:pt x="2888566" y="5720861"/>
                  <a:pt x="2841532" y="5760012"/>
                  <a:pt x="2785403" y="5767754"/>
                </a:cubicBezTo>
                <a:cubicBezTo>
                  <a:pt x="2701660" y="5779305"/>
                  <a:pt x="2616142" y="5763563"/>
                  <a:pt x="2532185" y="5753686"/>
                </a:cubicBezTo>
                <a:cubicBezTo>
                  <a:pt x="2332390" y="5730181"/>
                  <a:pt x="2321871" y="5716853"/>
                  <a:pt x="2152357" y="5655212"/>
                </a:cubicBezTo>
                <a:cubicBezTo>
                  <a:pt x="2119532" y="5627077"/>
                  <a:pt x="2084453" y="5601376"/>
                  <a:pt x="2053883" y="5570806"/>
                </a:cubicBezTo>
                <a:cubicBezTo>
                  <a:pt x="1995359" y="5512282"/>
                  <a:pt x="1954476" y="5445143"/>
                  <a:pt x="1913206" y="5373858"/>
                </a:cubicBezTo>
                <a:cubicBezTo>
                  <a:pt x="1808193" y="5192472"/>
                  <a:pt x="1802782" y="5161296"/>
                  <a:pt x="1702191" y="4937760"/>
                </a:cubicBezTo>
                <a:cubicBezTo>
                  <a:pt x="1623092" y="4463175"/>
                  <a:pt x="1743486" y="5137886"/>
                  <a:pt x="1603717" y="4543864"/>
                </a:cubicBezTo>
                <a:cubicBezTo>
                  <a:pt x="1584118" y="4460568"/>
                  <a:pt x="1575582" y="4375052"/>
                  <a:pt x="1561514" y="4290646"/>
                </a:cubicBezTo>
                <a:cubicBezTo>
                  <a:pt x="1556825" y="4210929"/>
                  <a:pt x="1552643" y="4131181"/>
                  <a:pt x="1547446" y="4051495"/>
                </a:cubicBezTo>
                <a:cubicBezTo>
                  <a:pt x="1538575" y="3915473"/>
                  <a:pt x="1519311" y="3643532"/>
                  <a:pt x="1519311" y="3643532"/>
                </a:cubicBezTo>
                <a:cubicBezTo>
                  <a:pt x="1514622" y="3479409"/>
                  <a:pt x="1512872" y="3315176"/>
                  <a:pt x="1505243" y="3151163"/>
                </a:cubicBezTo>
                <a:cubicBezTo>
                  <a:pt x="1503486" y="3113398"/>
                  <a:pt x="1494450" y="3076285"/>
                  <a:pt x="1491175" y="3038621"/>
                </a:cubicBezTo>
                <a:cubicBezTo>
                  <a:pt x="1485068" y="2968392"/>
                  <a:pt x="1481797" y="2897944"/>
                  <a:pt x="1477108" y="2827606"/>
                </a:cubicBezTo>
                <a:cubicBezTo>
                  <a:pt x="1491176" y="2546252"/>
                  <a:pt x="1493474" y="2264062"/>
                  <a:pt x="1519311" y="1983544"/>
                </a:cubicBezTo>
                <a:cubicBezTo>
                  <a:pt x="1537516" y="1785894"/>
                  <a:pt x="1679986" y="1514384"/>
                  <a:pt x="1758462" y="1364566"/>
                </a:cubicBezTo>
                <a:cubicBezTo>
                  <a:pt x="1846173" y="1197118"/>
                  <a:pt x="1941357" y="1033559"/>
                  <a:pt x="2039815" y="872197"/>
                </a:cubicBezTo>
                <a:cubicBezTo>
                  <a:pt x="2207530" y="597330"/>
                  <a:pt x="2325533" y="411750"/>
                  <a:pt x="2602523" y="225083"/>
                </a:cubicBezTo>
                <a:cubicBezTo>
                  <a:pt x="2675759" y="175728"/>
                  <a:pt x="3099400" y="32888"/>
                  <a:pt x="3193366" y="0"/>
                </a:cubicBezTo>
                <a:cubicBezTo>
                  <a:pt x="3310597" y="46892"/>
                  <a:pt x="3426967" y="95994"/>
                  <a:pt x="3545058" y="140677"/>
                </a:cubicBezTo>
                <a:cubicBezTo>
                  <a:pt x="3600534" y="161668"/>
                  <a:pt x="3664226" y="164487"/>
                  <a:pt x="3713871" y="196947"/>
                </a:cubicBezTo>
                <a:cubicBezTo>
                  <a:pt x="3858857" y="291745"/>
                  <a:pt x="3958778" y="435684"/>
                  <a:pt x="4051495" y="576775"/>
                </a:cubicBezTo>
                <a:cubicBezTo>
                  <a:pt x="4115098" y="673563"/>
                  <a:pt x="4182581" y="768608"/>
                  <a:pt x="4234375" y="872197"/>
                </a:cubicBezTo>
                <a:cubicBezTo>
                  <a:pt x="4314664" y="1032774"/>
                  <a:pt x="4452854" y="1471362"/>
                  <a:pt x="4501662" y="1617784"/>
                </a:cubicBezTo>
                <a:cubicBezTo>
                  <a:pt x="4515730" y="1749083"/>
                  <a:pt x="4525512" y="1880912"/>
                  <a:pt x="4543865" y="2011680"/>
                </a:cubicBezTo>
                <a:cubicBezTo>
                  <a:pt x="4563045" y="2148335"/>
                  <a:pt x="4615316" y="2281653"/>
                  <a:pt x="4614203" y="2419643"/>
                </a:cubicBezTo>
                <a:cubicBezTo>
                  <a:pt x="4610603" y="2865993"/>
                  <a:pt x="4587376" y="3313439"/>
                  <a:pt x="4529797" y="3756074"/>
                </a:cubicBezTo>
                <a:cubicBezTo>
                  <a:pt x="4483316" y="4113397"/>
                  <a:pt x="4291926" y="4254525"/>
                  <a:pt x="4121834" y="4557932"/>
                </a:cubicBezTo>
                <a:cubicBezTo>
                  <a:pt x="3745475" y="5229275"/>
                  <a:pt x="3954024" y="5195677"/>
                  <a:pt x="3207434" y="5838092"/>
                </a:cubicBezTo>
                <a:cubicBezTo>
                  <a:pt x="2882986" y="6117269"/>
                  <a:pt x="2559664" y="6481630"/>
                  <a:pt x="2124222" y="6597747"/>
                </a:cubicBezTo>
                <a:cubicBezTo>
                  <a:pt x="2069663" y="6612296"/>
                  <a:pt x="2011680" y="6607126"/>
                  <a:pt x="1955409" y="6611815"/>
                </a:cubicBezTo>
                <a:cubicBezTo>
                  <a:pt x="1852246" y="6607126"/>
                  <a:pt x="1733278" y="6652821"/>
                  <a:pt x="1645920" y="6597747"/>
                </a:cubicBezTo>
                <a:cubicBezTo>
                  <a:pt x="1428072" y="6460408"/>
                  <a:pt x="1238900" y="6102343"/>
                  <a:pt x="1139483" y="5866227"/>
                </a:cubicBezTo>
                <a:cubicBezTo>
                  <a:pt x="1075586" y="5714473"/>
                  <a:pt x="1017373" y="5559890"/>
                  <a:pt x="970671" y="5401994"/>
                </a:cubicBezTo>
                <a:cubicBezTo>
                  <a:pt x="860651" y="5030021"/>
                  <a:pt x="798888" y="4613316"/>
                  <a:pt x="731520" y="4234375"/>
                </a:cubicBezTo>
                <a:cubicBezTo>
                  <a:pt x="702245" y="3561051"/>
                  <a:pt x="663478" y="3194651"/>
                  <a:pt x="773723" y="2461846"/>
                </a:cubicBezTo>
                <a:cubicBezTo>
                  <a:pt x="798219" y="2299020"/>
                  <a:pt x="869837" y="2145353"/>
                  <a:pt x="942535" y="1997612"/>
                </a:cubicBezTo>
                <a:cubicBezTo>
                  <a:pt x="1042827" y="1793794"/>
                  <a:pt x="1257571" y="1464610"/>
                  <a:pt x="1463040" y="1322363"/>
                </a:cubicBezTo>
                <a:cubicBezTo>
                  <a:pt x="1659566" y="1186307"/>
                  <a:pt x="1817206" y="1186942"/>
                  <a:pt x="2039815" y="1153551"/>
                </a:cubicBezTo>
                <a:cubicBezTo>
                  <a:pt x="2232074" y="1209822"/>
                  <a:pt x="2441192" y="1225591"/>
                  <a:pt x="2616591" y="1322363"/>
                </a:cubicBezTo>
                <a:cubicBezTo>
                  <a:pt x="2724363" y="1381823"/>
                  <a:pt x="2783058" y="1504382"/>
                  <a:pt x="2855742" y="1603717"/>
                </a:cubicBezTo>
                <a:cubicBezTo>
                  <a:pt x="3083911" y="1915547"/>
                  <a:pt x="3075505" y="2001277"/>
                  <a:pt x="3221502" y="2405575"/>
                </a:cubicBezTo>
                <a:cubicBezTo>
                  <a:pt x="3267904" y="3124819"/>
                  <a:pt x="3298304" y="3132499"/>
                  <a:pt x="3066757" y="4121834"/>
                </a:cubicBezTo>
                <a:cubicBezTo>
                  <a:pt x="3009211" y="4367712"/>
                  <a:pt x="2865928" y="4585879"/>
                  <a:pt x="2785403" y="4825218"/>
                </a:cubicBezTo>
                <a:cubicBezTo>
                  <a:pt x="2696875" y="5088342"/>
                  <a:pt x="2681239" y="5377178"/>
                  <a:pt x="2560320" y="5627077"/>
                </a:cubicBezTo>
                <a:cubicBezTo>
                  <a:pt x="2543513" y="5661812"/>
                  <a:pt x="2030143" y="6547795"/>
                  <a:pt x="1744394" y="6780627"/>
                </a:cubicBezTo>
                <a:cubicBezTo>
                  <a:pt x="1690720" y="6824361"/>
                  <a:pt x="1627197" y="6857207"/>
                  <a:pt x="1561514" y="6879101"/>
                </a:cubicBezTo>
                <a:cubicBezTo>
                  <a:pt x="1512378" y="6895480"/>
                  <a:pt x="1458351" y="6888480"/>
                  <a:pt x="1406769" y="6893169"/>
                </a:cubicBezTo>
                <a:cubicBezTo>
                  <a:pt x="1275471" y="6874412"/>
                  <a:pt x="1126843" y="6904737"/>
                  <a:pt x="1012874" y="6836898"/>
                </a:cubicBezTo>
                <a:cubicBezTo>
                  <a:pt x="870088" y="6751906"/>
                  <a:pt x="585379" y="6015448"/>
                  <a:pt x="576775" y="5992837"/>
                </a:cubicBezTo>
                <a:cubicBezTo>
                  <a:pt x="445967" y="5649086"/>
                  <a:pt x="314118" y="5304879"/>
                  <a:pt x="211015" y="4951827"/>
                </a:cubicBezTo>
                <a:cubicBezTo>
                  <a:pt x="158930" y="4773474"/>
                  <a:pt x="150437" y="4585084"/>
                  <a:pt x="112542" y="4403187"/>
                </a:cubicBezTo>
                <a:cubicBezTo>
                  <a:pt x="80067" y="4247307"/>
                  <a:pt x="37514" y="4093698"/>
                  <a:pt x="0" y="3938954"/>
                </a:cubicBezTo>
                <a:cubicBezTo>
                  <a:pt x="51178" y="3205397"/>
                  <a:pt x="-64884" y="2867641"/>
                  <a:pt x="267286" y="2321169"/>
                </a:cubicBezTo>
                <a:cubicBezTo>
                  <a:pt x="336521" y="2207267"/>
                  <a:pt x="424614" y="2104265"/>
                  <a:pt x="520505" y="2011680"/>
                </a:cubicBezTo>
                <a:cubicBezTo>
                  <a:pt x="623439" y="1912296"/>
                  <a:pt x="860455" y="1883177"/>
                  <a:pt x="970671" y="1856935"/>
                </a:cubicBezTo>
                <a:cubicBezTo>
                  <a:pt x="1191065" y="1889760"/>
                  <a:pt x="1421626" y="1881546"/>
                  <a:pt x="1631852" y="1955409"/>
                </a:cubicBezTo>
                <a:cubicBezTo>
                  <a:pt x="1777914" y="2006728"/>
                  <a:pt x="1887827" y="2129806"/>
                  <a:pt x="2011680" y="2222695"/>
                </a:cubicBezTo>
                <a:cubicBezTo>
                  <a:pt x="2293195" y="2433831"/>
                  <a:pt x="2370289" y="2510198"/>
                  <a:pt x="2616591" y="2729132"/>
                </a:cubicBezTo>
                <a:cubicBezTo>
                  <a:pt x="2963213" y="3460892"/>
                  <a:pt x="2981017" y="3321360"/>
                  <a:pt x="3066757" y="3910818"/>
                </a:cubicBezTo>
                <a:cubicBezTo>
                  <a:pt x="3085764" y="4041493"/>
                  <a:pt x="3094892" y="4173415"/>
                  <a:pt x="3108960" y="4304714"/>
                </a:cubicBezTo>
                <a:cubicBezTo>
                  <a:pt x="3090203" y="4417255"/>
                  <a:pt x="3086242" y="4533290"/>
                  <a:pt x="3052689" y="4642338"/>
                </a:cubicBezTo>
                <a:cubicBezTo>
                  <a:pt x="3029245" y="4718530"/>
                  <a:pt x="2980315" y="4784496"/>
                  <a:pt x="2940148" y="4853354"/>
                </a:cubicBezTo>
                <a:cubicBezTo>
                  <a:pt x="2924616" y="4879980"/>
                  <a:pt x="2738130" y="5216673"/>
                  <a:pt x="2644726" y="5275384"/>
                </a:cubicBezTo>
                <a:cubicBezTo>
                  <a:pt x="2345482" y="5463480"/>
                  <a:pt x="2368647" y="5446736"/>
                  <a:pt x="2138289" y="5472332"/>
                </a:cubicBezTo>
                <a:cubicBezTo>
                  <a:pt x="2049194" y="5458264"/>
                  <a:pt x="1955689" y="5461181"/>
                  <a:pt x="1871003" y="5430129"/>
                </a:cubicBezTo>
                <a:cubicBezTo>
                  <a:pt x="1721220" y="5375209"/>
                  <a:pt x="1550944" y="5115141"/>
                  <a:pt x="1491175" y="5022166"/>
                </a:cubicBezTo>
                <a:cubicBezTo>
                  <a:pt x="1433623" y="4932640"/>
                  <a:pt x="1053879" y="4263752"/>
                  <a:pt x="998806" y="4121834"/>
                </a:cubicBezTo>
                <a:cubicBezTo>
                  <a:pt x="931694" y="3948893"/>
                  <a:pt x="902724" y="3763248"/>
                  <a:pt x="844062" y="3587261"/>
                </a:cubicBezTo>
                <a:cubicBezTo>
                  <a:pt x="804135" y="3467479"/>
                  <a:pt x="744545" y="3354933"/>
                  <a:pt x="703385" y="3235569"/>
                </a:cubicBezTo>
                <a:cubicBezTo>
                  <a:pt x="650674" y="3082708"/>
                  <a:pt x="562708" y="2771335"/>
                  <a:pt x="562708" y="2771335"/>
                </a:cubicBezTo>
                <a:cubicBezTo>
                  <a:pt x="520638" y="2434773"/>
                  <a:pt x="492138" y="2348477"/>
                  <a:pt x="534572" y="1983544"/>
                </a:cubicBezTo>
                <a:cubicBezTo>
                  <a:pt x="540911" y="1929025"/>
                  <a:pt x="568844" y="1879084"/>
                  <a:pt x="590843" y="1828800"/>
                </a:cubicBezTo>
                <a:cubicBezTo>
                  <a:pt x="606270" y="1793538"/>
                  <a:pt x="630010" y="1755263"/>
                  <a:pt x="661182" y="1730326"/>
                </a:cubicBezTo>
                <a:cubicBezTo>
                  <a:pt x="674384" y="1719764"/>
                  <a:pt x="689317" y="1711569"/>
                  <a:pt x="703385" y="1702191"/>
                </a:cubicBezTo>
                <a:cubicBezTo>
                  <a:pt x="698696" y="1688123"/>
                  <a:pt x="693391" y="1674245"/>
                  <a:pt x="689317" y="1659987"/>
                </a:cubicBezTo>
                <a:cubicBezTo>
                  <a:pt x="674629" y="1608579"/>
                  <a:pt x="664908" y="1555660"/>
                  <a:pt x="647114" y="1505243"/>
                </a:cubicBezTo>
                <a:cubicBezTo>
                  <a:pt x="636645" y="1475580"/>
                  <a:pt x="616203" y="1450197"/>
                  <a:pt x="604911" y="1420837"/>
                </a:cubicBezTo>
                <a:cubicBezTo>
                  <a:pt x="592656" y="1388974"/>
                  <a:pt x="584451" y="1355627"/>
                  <a:pt x="576775" y="1322363"/>
                </a:cubicBezTo>
                <a:cubicBezTo>
                  <a:pt x="567511" y="1282219"/>
                  <a:pt x="567964" y="1234402"/>
                  <a:pt x="548640" y="1195754"/>
                </a:cubicBezTo>
                <a:cubicBezTo>
                  <a:pt x="541079" y="1180632"/>
                  <a:pt x="529883" y="1167619"/>
                  <a:pt x="520505" y="1153551"/>
                </a:cubicBezTo>
                <a:lnTo>
                  <a:pt x="661182" y="942535"/>
                </a:lnTo>
                <a:lnTo>
                  <a:pt x="295422" y="1209821"/>
                </a:lnTo>
                <a:lnTo>
                  <a:pt x="393895" y="886264"/>
                </a:ln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5679661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5-Point Star 1"/>
          <p:cNvSpPr/>
          <p:nvPr/>
        </p:nvSpPr>
        <p:spPr>
          <a:xfrm>
            <a:off x="2514600" y="2362200"/>
            <a:ext cx="4800600" cy="1295400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/>
          </a:p>
        </p:txBody>
      </p:sp>
      <p:sp>
        <p:nvSpPr>
          <p:cNvPr id="3" name="Right Brace 2"/>
          <p:cNvSpPr/>
          <p:nvPr/>
        </p:nvSpPr>
        <p:spPr>
          <a:xfrm>
            <a:off x="2514600" y="762000"/>
            <a:ext cx="6324600" cy="487680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1" anchor="ctr"/>
          <a:lstStyle/>
          <a:p>
            <a:pPr algn="ctr"/>
            <a:endParaRPr lang="ar-SA"/>
          </a:p>
        </p:txBody>
      </p:sp>
      <p:sp>
        <p:nvSpPr>
          <p:cNvPr id="4" name="Rectangle 3"/>
          <p:cNvSpPr/>
          <p:nvPr/>
        </p:nvSpPr>
        <p:spPr>
          <a:xfrm>
            <a:off x="7010400" y="1466850"/>
            <a:ext cx="304800" cy="43815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/>
          </a:p>
        </p:txBody>
      </p:sp>
      <p:cxnSp>
        <p:nvCxnSpPr>
          <p:cNvPr id="6" name="Elbow Connector 5"/>
          <p:cNvCxnSpPr/>
          <p:nvPr/>
        </p:nvCxnSpPr>
        <p:spPr>
          <a:xfrm>
            <a:off x="1371600" y="762000"/>
            <a:ext cx="4305300" cy="4114800"/>
          </a:xfrm>
          <a:prstGeom prst="bentConnector3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743192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 Ebrahim A Gawad</dc:creator>
  <cp:lastModifiedBy>Original</cp:lastModifiedBy>
  <cp:revision>1</cp:revision>
  <dcterms:created xsi:type="dcterms:W3CDTF">2006-08-16T00:00:00Z</dcterms:created>
  <dcterms:modified xsi:type="dcterms:W3CDTF">2022-09-16T20:57:50Z</dcterms:modified>
</cp:coreProperties>
</file>